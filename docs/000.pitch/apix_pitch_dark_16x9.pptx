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package/2006/relationships/metadata/core-properties" Target="docProps/core.xml"/>
  <Relationship Id="rId2" Type="http://schemas.openxmlformats.org/officeDocument/2006/relationships/extended-properties" Target="docProps/app.xml"/>
  <Relationship Id="rId3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screen16x9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60000" y="260000"/>
            <a:ext cx="11272000" cy="900000"/>
          </a:xfrm>
          <a:prstGeom prst="rect">
            <a:avLst/>
          </a:prstGeom>
        </p:spPr>
        <p:txBody>
          <a:bodyPr rtlCol="0" anchor="t" anchorCtr="0" wrap="square"/>
          <a:lstStyle/>
          <a:p>
            <a:pPr algn="ctr">
              <a:defRPr/>
            </a:pPr>
            <a:r>
              <a:rPr lang="en-US" sz="4800" b="1">
                <a:solidFill>
                  <a:srgbClr val="FFFFFF"/>
                </a:solidFill>
              </a:rPr>
              <a:t>APIX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0000" y="1250000"/>
            <a:ext cx="11272000" cy="5158000"/>
          </a:xfrm>
          <a:prstGeom prst="rect">
            <a:avLst/>
          </a:prstGeom>
        </p:spPr>
        <p:txBody>
          <a:bodyPr rtlCol="0" anchor="t" anchorCtr="0" wrap="square"/>
          <a:lstStyle/>
          <a:p>
            <a:pPr>
              <a:defRPr/>
            </a:pPr>
            <a:r>
              <a:rPr lang="en-US" sz="2400">
                <a:solidFill>
                  <a:srgbClr val="FFFFFF"/>
                </a:solidFill>
              </a:rPr>
              <a:t>Payment Layer for Autonomous APIs</a:t>
            </a:r>
          </a:p>
          <a:p>
            <a:pPr>
              <a:defRPr/>
            </a:pPr>
            <a:r>
              <a:rPr lang="en-US" sz="2400">
                <a:solidFill>
                  <a:srgbClr val="FFFFFF"/>
                </a:solidFill>
              </a:rPr>
              <a:t>x402-native micropayments over HTTP</a:t>
            </a:r>
          </a:p>
          <a:p>
            <a:pPr>
              <a:defRPr/>
            </a:pPr>
            <a:r>
              <a:rPr lang="en-US" sz="2400">
                <a:solidFill>
                  <a:srgbClr val="FFFFFF"/>
                </a:solidFill>
              </a:rPr>
              <a:t>Built on Avalanche L1 for verifiable receipts</a:t>
            </a:r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60000" y="260000"/>
            <a:ext cx="11272000" cy="900000"/>
          </a:xfrm>
          <a:prstGeom prst="rect">
            <a:avLst/>
          </a:prstGeom>
        </p:spPr>
        <p:txBody>
          <a:bodyPr rtlCol="0" anchor="t" anchorCtr="0" wrap="square"/>
          <a:lstStyle/>
          <a:p>
            <a:pPr algn="ctr">
              <a:defRPr/>
            </a:pPr>
            <a:r>
              <a:rPr lang="en-US"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0000" y="1250000"/>
            <a:ext cx="11272000" cy="5158000"/>
          </a:xfrm>
          <a:prstGeom prst="rect">
            <a:avLst/>
          </a:prstGeom>
        </p:spPr>
        <p:txBody>
          <a:bodyPr rtlCol="0" anchor="t" anchorCtr="0" wrap="square"/>
          <a:lstStyle/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Redirect-based checkouts break product flow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Subscriptions are too rigid for AI agents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Teams manually reconcile payment and delivery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Off-chain receipts are not trustless proof</a:t>
            </a:r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60000" y="260000"/>
            <a:ext cx="11272000" cy="900000"/>
          </a:xfrm>
          <a:prstGeom prst="rect">
            <a:avLst/>
          </a:prstGeom>
        </p:spPr>
        <p:txBody>
          <a:bodyPr rtlCol="0" anchor="t" anchorCtr="0" wrap="square"/>
          <a:lstStyle/>
          <a:p>
            <a:pPr algn="ctr">
              <a:defRPr/>
            </a:pPr>
            <a:r>
              <a:rPr lang="en-US" sz="3600" b="1">
                <a:solidFill>
                  <a:srgbClr val="FFFFFF"/>
                </a:solidFill>
              </a:rPr>
              <a:t>Our Solution: APIX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0000" y="1250000"/>
            <a:ext cx="11272000" cy="5158000"/>
          </a:xfrm>
          <a:prstGeom prst="rect">
            <a:avLst/>
          </a:prstGeom>
        </p:spPr>
        <p:txBody>
          <a:bodyPr rtlCol="0" anchor="t" anchorCtr="0" wrap="square"/>
          <a:lstStyle/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Drop-in x402 middleware for your existing APIs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Client receives HTTP 402 and pays in one step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Receipt (payer, item, amount, nonce) is anchored on chain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Backend verifies and unlocks instantly</a:t>
            </a:r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60000" y="260000"/>
            <a:ext cx="11272000" cy="900000"/>
          </a:xfrm>
          <a:prstGeom prst="rect">
            <a:avLst/>
          </a:prstGeom>
        </p:spPr>
        <p:txBody>
          <a:bodyPr rtlCol="0" anchor="t" anchorCtr="0" wrap="square"/>
          <a:lstStyle/>
          <a:p>
            <a:pPr algn="ctr">
              <a:defRPr/>
            </a:pPr>
            <a:r>
              <a:rPr lang="en-US" sz="36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0000" y="1250000"/>
            <a:ext cx="11272000" cy="5158000"/>
          </a:xfrm>
          <a:prstGeom prst="rect">
            <a:avLst/>
          </a:prstGeom>
        </p:spPr>
        <p:txBody>
          <a:bodyPr rtlCol="0" anchor="t" anchorCtr="0" wrap="square"/>
          <a:lstStyle/>
          <a:p>
            <a:pPr>
              <a:defRPr/>
            </a:pPr>
            <a:r>
              <a:rPr lang="en-US" sz="2050">
                <a:solidFill>
                  <a:srgbClr val="FFFFFF"/>
                </a:solidFill>
              </a:rPr>
              <a:t>1) Client calls /buy/sword</a:t>
            </a:r>
          </a:p>
          <a:p>
            <a:pPr>
              <a:defRPr/>
            </a:pPr>
            <a:r>
              <a:rPr lang="en-US" sz="2050">
                <a:solidFill>
                  <a:srgbClr val="FFFFFF"/>
                </a:solidFill>
              </a:rPr>
              <a:t>2) Server returns 402 Payment Required</a:t>
            </a:r>
          </a:p>
          <a:p>
            <a:pPr>
              <a:defRPr/>
            </a:pPr>
            <a:r>
              <a:rPr lang="en-US" sz="2050">
                <a:solidFill>
                  <a:srgbClr val="FFFFFF"/>
                </a:solidFill>
              </a:rPr>
              <a:t>3) Client pays and retries with signed payload</a:t>
            </a:r>
          </a:p>
          <a:p>
            <a:pPr>
              <a:defRPr/>
            </a:pPr>
            <a:r>
              <a:rPr lang="en-US" sz="2050">
                <a:solidFill>
                  <a:srgbClr val="FFFFFF"/>
                </a:solidFill>
              </a:rPr>
              <a:t>4) APIX writes verifiable receipt on Avalanche</a:t>
            </a:r>
          </a:p>
          <a:p>
            <a:pPr>
              <a:defRPr/>
            </a:pPr>
            <a:r>
              <a:rPr lang="en-US" sz="2050">
                <a:solidFill>
                  <a:srgbClr val="FFFFFF"/>
                </a:solidFill>
              </a:rPr>
              <a:t>5) Service is delivered when verified</a:t>
            </a:r>
          </a:p>
          <a:p>
            <a:pPr>
              <a:defRPr/>
            </a:pPr>
            <a:r>
              <a:rPr lang="en-US" sz="2050">
                <a:solidFill>
                  <a:srgbClr val="FFFFFF"/>
                </a:solidFill>
              </a:rPr>
              <a:t>No response, no charge.</a:t>
            </a:r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60000" y="260000"/>
            <a:ext cx="11272000" cy="900000"/>
          </a:xfrm>
          <a:prstGeom prst="rect">
            <a:avLst/>
          </a:prstGeom>
        </p:spPr>
        <p:txBody>
          <a:bodyPr rtlCol="0" anchor="t" anchorCtr="0" wrap="square"/>
          <a:lstStyle/>
          <a:p>
            <a:pPr algn="ctr">
              <a:defRPr/>
            </a:pPr>
            <a:r>
              <a:rPr lang="en-US" sz="3600" b="1">
                <a:solidFill>
                  <a:srgbClr val="FFFFFF"/>
                </a:solidFill>
              </a:rPr>
              <a:t>Target Users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0000" y="1250000"/>
            <a:ext cx="11272000" cy="5158000"/>
          </a:xfrm>
          <a:prstGeom prst="rect">
            <a:avLst/>
          </a:prstGeom>
        </p:spPr>
        <p:txBody>
          <a:bodyPr rtlCol="0" anchor="t" anchorCtr="0" wrap="square"/>
          <a:lstStyle/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Game studios and digital marketplaces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AI app developers and autonomous agents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● Teams building pay-per-use economy flows</a:t>
            </a:r>
          </a:p>
          <a:p>
            <a:pPr>
              <a:defRPr/>
            </a:pPr>
            <a:r>
              <a:rPr lang="en-US" sz="2100">
                <a:solidFill>
                  <a:srgbClr val="FFFFFF"/>
                </a:solidFill>
              </a:rPr>
              <a:t>APIX aligns payment with on-chain proof in real time.</a:t>
            </a:r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460000" y="260000"/>
            <a:ext cx="11272000" cy="900000"/>
          </a:xfrm>
          <a:prstGeom prst="rect">
            <a:avLst/>
          </a:prstGeom>
        </p:spPr>
        <p:txBody>
          <a:bodyPr rtlCol="0" anchor="t" anchorCtr="0" wrap="square"/>
          <a:lstStyle/>
          <a:p>
            <a:pPr algn="ctr">
              <a:defRPr/>
            </a:pPr>
            <a:r>
              <a:rPr lang="en-US" sz="3800" b="1"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0000" y="1250000"/>
            <a:ext cx="11272000" cy="5158000"/>
          </a:xfrm>
          <a:prstGeom prst="rect">
            <a:avLst/>
          </a:prstGeom>
        </p:spPr>
        <p:txBody>
          <a:bodyPr rtlCol="0" anchor="t" anchorCtr="0" wrap="square"/>
          <a:lstStyle/>
          <a:p>
            <a:pPr>
              <a:defRPr/>
            </a:pPr>
            <a:r>
              <a:rPr lang="en-US" sz="2300">
                <a:solidFill>
                  <a:srgbClr val="FFFFFF"/>
                </a:solidFill>
              </a:rPr>
              <a:t>Programmable payments as a first-class API primitive</a:t>
            </a:r>
          </a:p>
          <a:p>
            <a:pPr>
              <a:defRPr/>
            </a:pPr>
            <a:r>
              <a:rPr lang="en-US" sz="2300">
                <a:solidFill>
                  <a:srgbClr val="FFFFFF"/>
                </a:solidFill>
              </a:rPr>
              <a:t>Fast, trust-minimized, on-chain verifiable economics</a:t>
            </a:r>
          </a:p>
          <a:p>
            <a:pPr>
              <a:defRPr/>
            </a:pPr>
            <a:r>
              <a:rPr lang="en-US" sz="2300">
                <a:solidFill>
                  <a:srgbClr val="FFFFFF"/>
                </a:solidFill>
              </a:rPr>
              <a:t>Ready for the autonomous machine economy on Avalanche</a:t>
            </a:r>
          </a:p>
          <a:p>
            <a:r>
              <a:rPr lang="en-US" sz="2300"/>
              <a:t/>
            </a:r>
          </a:p>
          <a:p>
            <a:pPr>
              <a:defRPr/>
            </a:pPr>
            <a:r>
              <a:rPr lang="en-US" sz="2300">
                <a:solidFill>
                  <a:srgbClr val="FFFFFF"/>
                </a:solidFill>
              </a:rPr>
              <a:t>Thank you.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APIX Pitch Deck Generator</Application>
  <DocSecurity>0</DocSecurity>
  <ScaleCrop>false</ScaleCrop>
  <Slides>6</Slides>
  <Notes>0</Notes>
  <HiddenSlides>0</Hidden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APIX</dc:creator>
  <cp:lastModifiedBy>APIX</cp:lastModifiedBy>
  <dcterms:created xsi:type="dcterms:W3CDTF">2026-02-21T10:51:27Z</dcterms:created>
  <dcterms:modified xsi:type="dcterms:W3CDTF">2026-02-21T10:51:27Z</dcterms:modified>
</cp:coreProperties>
</file>